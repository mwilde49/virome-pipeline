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A1A1A"/>
                </a:solidFill>
                <a:latin typeface="Calibri"/>
              </a:rPr>
              <a:t>DRG Virome Profiling: Preliminary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595959"/>
                </a:solidFill>
                <a:latin typeface="Calibri"/>
              </a:rPr>
              <a:t>Dual-database Kraken2 / PathSeq viral detection across 160 human DRG and TG bulk RNA-seq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95959"/>
                </a:solidFill>
                <a:latin typeface="Calibri"/>
              </a:rPr>
              <a:t>Lab update —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95959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Background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1905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Latent neurotropic viruses are hypothesized to reactivate within sensory ganglia and contribute to chronic pain and sensory neuron dysfunction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Direct evidence to date comes mainly from CNS and trigeminal ganglion (TG) tissue — not dorsal root ganglion (DRG)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Goal: systematically survey the DRG virome from existing bulk RNA-seq data, with rigorous cross-validation before any biological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9595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1905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160 bulk RNA-seq samples across 11 cohorts (10 DRG-focused, 1 TG)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Host-depleted (STAR-unmapped) reads classified by Kraken2 against two independent viral reference databases in parallel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Every candidate cross-checked with GATK PathSeq — an independent, alignment-based classifier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Result is a confidence spectrum, not a single yes/no call: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595959"/>
                </a:solidFill>
                <a:latin typeface="Calibri"/>
              </a:rPr>
              <a:t>–  High confidence — dozens to hundreds of reads, agreement across both Kraken2 databases and PathSeq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595959"/>
                </a:solidFill>
                <a:latin typeface="Calibri"/>
              </a:rPr>
              <a:t>–  Moderate confidence — detected by a single database or method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595959"/>
                </a:solidFill>
                <a:latin typeface="Calibri"/>
              </a:rPr>
              <a:t>–  Exploratory — low-read, cohort-specific signals, flagged but not yet interpreted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9595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Taxa of interest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1905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94415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8442655"/>
              </a:tblGrid>
              <a:tr h="622935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Taxon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One-sentence description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1A1A1A"/>
                          </a:solidFill>
                          <a:latin typeface="Calibri"/>
                        </a:rPr>
                        <a:t>HERV-K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Human endogenous retrovirus K — an ancient retroviral element fixed in the human genome, normally transcriptionally silent, known to become derepressed under cellular stress or other viral infection.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1A1A1A"/>
                          </a:solidFill>
                          <a:latin typeface="Calibri"/>
                        </a:rPr>
                        <a:t>HSV-1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Herpes simplex virus 1 — establishes lifelong latency in sensory neurons, with well-characterized episodic reactivation.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1A1A1A"/>
                          </a:solidFill>
                          <a:latin typeface="Calibri"/>
                        </a:rPr>
                        <a:t>Simplexvirus atelinealpha1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A spider-monkey alphaherpesvirus — the closest database reference for a divergent alphaherpesvirus-like signal distinct from HSV-1 itself.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1A1A1A"/>
                          </a:solidFill>
                          <a:latin typeface="Calibri"/>
                        </a:rPr>
                        <a:t>Simplexvirus paninealpha3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A chimpanzee alphaherpesvirus — tracked for the same cross-species-reference reason as atelinealpha1.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1A1A1A"/>
                          </a:solidFill>
                          <a:latin typeface="Calibri"/>
                        </a:rPr>
                        <a:t>Rhadinovirus saimiriinegamma2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A squirrel-monkey gammaherpesvirus — the closest reference our database has to human HHV-8/KSHV; detections here are treated as a candidate KSHV signal pending confirmation.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1A1A1A"/>
                          </a:solidFill>
                          <a:latin typeface="Calibri"/>
                        </a:rPr>
                        <a:t>AAV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Adeno-associated virus (Dependoparvovirus primate1) — a common gene-therapy/lab vector, tracked partly to rule reagent contamination in or out.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1A1A1A"/>
                          </a:solidFill>
                          <a:latin typeface="Calibri"/>
                        </a:rPr>
                        <a:t>Molluscum contagiosum virus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A1A1A"/>
                          </a:solidFill>
                          <a:latin typeface="Calibri"/>
                        </a:rPr>
                        <a:t>A poxvirus causing benign skin lesions — not previously linked to DRG tissue; flagged here as a candidate finding.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95959"/>
                </a:solidFill>
                <a:latin typeface="Calibri"/>
              </a:rPr>
              <a:t>The 7 taxa tracked in the project detection-tracking workbook, in Excel row order.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9595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Detection landscape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1905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Cross-validated HSV-1 detections in ~10% of samples overall, at a higher rate in TG than DRG — consistent with known TG latency biology, now extended into DRG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Additional lower-confidence neurotropic candidates present: an HHV-8/KSHV-like signal, an AAV-like signal, and two divergent simplexvirus-like signals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Complete absence of Epstein-Barr virus (EBV) and varicella-zoster virus (VZV) across all 160 samples, despite high expected population seroprevalence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595959"/>
                </a:solidFill>
                <a:latin typeface="Calibri"/>
              </a:rPr>
              <a:t>–  Consistent with deep, transcriptionally silent latency rather than absence of the virus itself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595959"/>
                </a:solidFill>
                <a:latin typeface="Calibri"/>
              </a:rPr>
              <a:t>–  Motivates paired DNA sequencing on the same samples, to distinguish actively transcribed virus from latent viral genome that is present but silent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9595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How the tracked taxa relate to each other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1905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excel_taxa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234440"/>
            <a:ext cx="6283764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463040"/>
            <a:ext cx="3291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Correlation across the 7 tracked taxa, all 160 samples, within-cohort normalized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8 of 21 pairwise relationships significant (BH-FDR&lt;0.05)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HSV-1, AAV, and Molluscum sit in different parts of the clustering, not next to each other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595959"/>
                </a:solidFill>
                <a:latin typeface="Calibri"/>
              </a:rPr>
              <a:t>* = significant at BH-FDR&lt;0.05. Several taxa are present in very few samples (atelinealpha1 n=4; paninealpha3, Rhadinovirus, AAV each n=1) — read correlations involving those with caution.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9595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HERV-K tracks HSV-1 — replicated in DRG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1905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hervk_hsv1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148840"/>
            <a:ext cx="10058400" cy="42359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28016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HERV-K derepression alongside HSV-1 is mechanistically established in CNS; shown here in DRG for the first time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Every cohort with more than one dual-database HSV-1 detection shows a positive, significant relationship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9595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HERV-K tracks more than just HSV-1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1905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Tested every combination of the tracked taxa as a joint predictor of HERV-K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Strongest combination: HSV-1 + AAV + Molluscum contagiosum (r=0.243, R²=0.059, p=0.002) — survives BH-FDR correction (q≈0.05)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These three are not simply “HSV-1 under three names”: on the correlation map (previous slide) they sit in different clusters, and HSV-1 vs. Molluscum alone is not correlated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Suggests HERV-K may track a broader category of viral-reactivation-associated activity, not one specific virus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95959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Working interpretation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1905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HERV-K derepression proposed as a candidate convergent marker (“canary”) of viral-reactivation-associated host response in human DRG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Fits independently with known biology for two of the candidate hits: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595959"/>
                </a:solidFill>
                <a:latin typeface="Calibri"/>
              </a:rPr>
              <a:t>–  An HHV-8/KSHV-like signal is biologically plausible, and potentially important, in non-HIV-associated Castleman’s disease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595959"/>
                </a:solidFill>
                <a:latin typeface="Calibri"/>
              </a:rPr>
              <a:t>–  A Molluscum contagiosum-like signal is consistent with a working hypothesis that some viruses may emerge specifically under ex vivo neuron culture conditions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Open question raised by the absent EBV/VZV signal: could cellular stress itself — e.g. tissue dissociation — be enough to trigger detectable reactivation?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95959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1905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BLAST-level confirmation of candidate hits (KSHV-like, AAV-like, Molluscum, and the two simplexvirus proxies) to resolve genuine detection vs. cross-mapping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Paired DNA sequencing on already RNA-sequenced samples — separates active transcription from latent genome presence, and opens a path toward a systemic pain biomarker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Genome-wide host antiviral/inflammatory transcriptional signature analysis, using the full n=160 for statistical power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Candidate functional follow-up: sample culture supernatant post-dissociation, to test whether dissociation stress alone can trigger detectable reactivation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Given ~10% HSV-1 prevalence and ~50% expected EBV/CMV seroprevalence in donors, sample depth may support an exploratory ML approach linking latent viral serostatus to host transcriptional signatures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95959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1905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Built and cross-validated a dual-database viral RNA-seq detection pipeline across 160 human DRG/TG samples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HSV-1 detected in ~10% of samples; EBV and VZV entirely absent — argues for deeper sequencing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HERV-K derepression replicates a TG-established HSV-1 relationship in DRG for the first time, and extends to a broader multi-taxon signal that survives correction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Sets up host-response and paired DNA-sequencing follow-up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95959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